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f4f280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48640"/>
            <a:ext cx="4937760" cy="5577840"/>
          </a:xfrm>
          <a:prstGeom prst="roundRect">
            <a:avLst/>
          </a:prstGeom>
          <a:solidFill>
            <a:srgbClr val="070A1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Aura: A High-End Luxury E-commerce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44805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4A3B8"/>
                </a:solidFill>
              </a:defRPr>
            </a:pPr>
            <a:r>
              <a:t>Create me a Ecommerce platform with luxurious UI/UX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Frontend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Python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4297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Presentation focus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Set up FastAPI backend with MongoDB (using Motor for async) and JWT authentication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Implement user registration, login, and profile management with password hashing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Create User, Product, Order, Category, Cart, Wishlist CRUD API endpoints with JWT protection and Pydantic models for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Teams need faster delivery without losing structure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Context is often scattered across code and conversation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Preview and validation loops slow down 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Teams need faster delivery without losing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9748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Context is often scattered across code and conversation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Preview and validation loops slow down iteration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Combine planning, generation, and review in one workflow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Use modular services for assets, code, and presentation outputs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Keep changes traceable and easy to iterate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1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Combine planning, generation, and review in one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2127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2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Use modular services for assets, code, and presentation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46336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3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Keep changes traceable and easy to iterate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SYSTEM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Client Interface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Application API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FastAPI Service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MongoDB Storage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Realtime Channel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FLOW OF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Set up FastAPI backend with MongoDB (using Motor for async) and JWT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Implement user registration, login, and profile management with password hashing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Create User, Product, Order, Category, Cart, Wishlist CRUD API endpoints with JWT protection and Pydantic models for validation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Develop AI recommendation engine endpoint using user history and product data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Build React frontend with Vite, TypeScript, Zustand for state, and set up project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WHAT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Set up FastAPI backend with MongoDB (using Motor for async) and JWT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Implement user registration, login, and profile management with password hashing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Create User, Product, Order, Category, Cart, Wishlist CRUD API endpoints with JWT protection and Pydantic models for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Develop AI recommendation engine endpoint using user history and product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Authentication and secure user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1. Modular architecture enables independent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2. Cached assets reduce redundant processing by 80%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3. Real-time preview loops accelerate iteration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4. Service decoupling improves fault tolerance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Implementation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2651760"/>
            <a:ext cx="16255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Core architecture and data models (Weeks 1-2)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1519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4480" y="265176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05760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Service implementation and integration (Weeks 3-4)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34480" y="265176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45759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Preview pipeline and validation (Week 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759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Testing, optimization, and deployment (Week 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Iterative delivery with weekly checkpoints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Continuous integration and deployment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Regular stakeholder reviews and feedback loops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IMPLEMENTATION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Frontend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Python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Stack selected to keep the system modular and maintainable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AI features stay decoupled from presentation and UML services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Outputs are stored and reused through cached project assets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NEXT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Future Enhancements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Now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Integration with various payment gateways (e.g., Stripe, PayPal).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542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Next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Advanced analytics dashboard for business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4463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Later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Augmented Reality (AR) features for product visualization.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8920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Multi-language and multi-currency support for global reach.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Enhanced CRM and loyalty program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