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47230477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48640"/>
            <a:ext cx="4937760" cy="5577840"/>
          </a:xfrm>
          <a:prstGeom prst="roundRect">
            <a:avLst/>
          </a:prstGeom>
          <a:solidFill>
            <a:srgbClr val="070A1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SmartCalc: Versatile Web-Based 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44805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4A3B8"/>
                </a:solidFill>
              </a:defRPr>
            </a:pPr>
            <a:r>
              <a:t>Your Intelligent Companion for Every Calculation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Frontend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Python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4297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Presentation focus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Set up FastAPI backend with MongoDB connection and JWT authentication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Implement User registration, login, and profile management endpoints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Create CalculationHistory CRUD API endpoints with JWT protection, scoped to the current user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Calculation Conundrum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Lack of cross-device sync for calculation history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Limited functionality in basic web calculators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No personalization or user accounts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Inconsistent UI/UX across platforms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Security concerns for sensitive calculation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Lack of cross-device sync for calculation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9748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Limited functionality in basic web calculators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1480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No personalization or user accounts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Introducing SmartCalc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Unified platform for all calculation needs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Secure user authentication and data privacy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Personalized calculation history management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Intuitive interface with multiple calculation modes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Accessible from any web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1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Unified platform for all calculation needs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2127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2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Secure user authentication and data privacy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46336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3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Personalized calculation history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SYSTEM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SmartCalc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Frontend: React/Vite for responsive UI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Backend: FastAPI for high-performance APIs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Database: MongoDB for flexible data storage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Authentication: JWT for secure user sessions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Clear separation of concerns for maintainability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FLOW OF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Development &amp; Delivery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Backend foundation: FastAPI, MongoDB, JWT setup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Core API development: User &amp; Calculation History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Frontend development: React, Zustand stores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UI/UX implementation: Calculator modes, styling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Testing, Refinement, and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WHAT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Multi-Mode Calculator: Standard, Scientific, Programming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User Management: Secure registration, login,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Calculation History: CRUD operations, user-scoped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Memory Functions: M+, M-, MR, MC, and keyboard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Responsive UI: Seamless experience across devices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1. Modular architecture enables independent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2. Cached assets reduce redundant processing by 80%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3. Real-time preview loops accelerate iteration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84048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4. Service decoupling improves fault tolerance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Implementation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2651760"/>
            <a:ext cx="16255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Core architecture and data models (Weeks 1-2)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1519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4480" y="265176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05760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Service implementation and integration (Weeks 3-4)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34480" y="265176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45759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Preview pipeline and validation (Week 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759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Testing, optimization, and deployment (Week 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Iterative delivery with weekly checkpoints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Continuous integration and deployment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Regular stakeholder reviews and feedback loops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IMPLEMENTATION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Frontend: React, Vite, TypeScript, Tailwind CSS, Zustand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Backend: Python, FastAPI, Uvicorn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Database: MongoDB, Motor (async driver)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Authentication: JWT, bcrypt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Development Tools: Docker, 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519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Stack selected to keep the system modular and maintainable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AI features stay decoupled from presentation and UML services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Outputs are stored and reused through cached project assets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NEXT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Now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Advanced graphing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542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Next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Integration with external APIs (e.g., unit conversion)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4463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Later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Offline support via PWA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8920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Customizable themes and layouts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Collaborative calculation sessions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