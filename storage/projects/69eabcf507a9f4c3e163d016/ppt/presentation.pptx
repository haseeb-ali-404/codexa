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55f6111d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48640"/>
            <a:ext cx="4937760" cy="5577840"/>
          </a:xfrm>
          <a:prstGeom prst="roundRect">
            <a:avLst/>
          </a:prstGeom>
          <a:solidFill>
            <a:srgbClr val="070A1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Masrat Commerce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4805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A SaaS E-commerce Management Platform for Apparel Brands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4297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focus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Set up FastAPI backend with MongoDB, JWT authentication, and Role-Based Access Control (Administrator, Customer).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Implement User and Auth modules: registration, login, profile management, and role assignment.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Create CRUD API endpoints for Product, Category, Coupon, and Order management with appropriate access controls.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Challenge: Managing Modern Apparel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Disjointed systems for product, inventory, and order management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Lack of real-time insights into sales and customer behavior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Inefficient manual processes impacting scalability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Difficulty in managing diverse customer interactions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High operational costs due to lack of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Disjointed systems for product, inventory, and 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9748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Lack of real-time insights into sales and customer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Inefficient manual processes impacting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Introducing Masrat Commerce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Unified dashboard for complete operational control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Streamlined product, order, and customer workflows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Real-time inventory and sales analytics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Enhanced customer experience with intuitive storefront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SaaS model for flexibility and cost-effectiveness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Unified dashboard for complete operational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Streamlined product, order, and customer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6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Real-time inventory and sales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Modular &amp; Scalable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Service-oriented backend design (API, Business Logic, Data Access)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Client Interface for both Administrator and Customer roles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Secure JWT-based Authentication with Role-Based Access Control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MongoDB for flexible and scalable NoSQL data storage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Clear separation of concerns for maintainability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55f6111d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FLOW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Seamless Operations: From Product to Order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**Admin Workflow:** Product/Category creation, Inventory updates, Order fulfillment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**Customer Workflow:** Browse products, Add to cart, Secure checkout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Real-time Activity Log for comprehensive admin oversight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Automated order status updates (pending, shipped, delivered)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Role-Based Access Control ensuring data security and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orkflow-55f6111d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WHAT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Features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**Product &amp; Catalog Management**: CRUD, multiple images,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**Order &amp; Customer Management**: Processing, tracking, customer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**Real-time Inventory Tracking**: Prevent stockouts and optimize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**Secure Authentication &amp; RBAC**: Administrator and Customer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**Analytics Dashboard**: Sales performance, revenue trends, top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1. Modular architecture enables independent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2. Cached assets reduce redundant processing by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3. Real-time preview loops accelerate iteration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4. Service decoupling improves fault tolerance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Implementation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651760"/>
            <a:ext cx="16255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Core architecture and data models (Weeks 1-2)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1519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Service implementation and integration (Weeks 3-4)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3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4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Preview pipeline and validation (Week 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Testing, optimization, and deployment (Week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Iterative delivery with weekly checkpoints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Continuous integration and deployment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Regular stakeholder reviews and feedback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IMPLEMENTATION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Built on Modern &amp; Robust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**Frontend**: React, Vite, TypeScript for dynamic and responsive UIs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**Backend**: Python FastAPI for high-performance, asynchronous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**Database**: MongoDB for flexible, scalable NoSQL document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**Authentication**: JWT for secure, token-based 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**State Management**: Zustand (on frontend) for predictable global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Stack selected to keep the system modular and maintainable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AI features stay decoupled from presentation and UML services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Outputs are stored and reused through cached project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Future Enhancements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Now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AI-based product recommendation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Next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Multi-vendor marketplace support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4463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Later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Advanced custom reporting and data visualization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Seamless integration with third-party shipping and payment gateways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Dedicated mobile application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