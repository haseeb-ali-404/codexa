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smoketes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548640"/>
            <a:ext cx="4937760" cy="5577840"/>
          </a:xfrm>
          <a:prstGeom prst="roundRect">
            <a:avLst/>
          </a:prstGeom>
          <a:solidFill>
            <a:srgbClr val="070A1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CODEXA Smoke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45920"/>
            <a:ext cx="44805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94A3B8"/>
                </a:solidFill>
              </a:defRPr>
            </a:pPr>
            <a:r>
              <a:t>A smoke-test project used to verify UML, visuals, and PPT generation 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React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971800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FastAPI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30168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MongoDB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3630168"/>
            <a:ext cx="1828800" cy="4206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4297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Presentation focus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• Generate UML diagrams on demand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• Prepare reusable presentation decks</a:t>
            </a:r>
          </a:p>
          <a:p>
            <a:pPr>
              <a:defRPr sz="1600">
                <a:solidFill>
                  <a:srgbClr val="F1F5F9"/>
                </a:solidFill>
              </a:defRPr>
            </a:pPr>
            <a:r>
              <a:t>• Serve stored project assets publicly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Teams need faster delivery without losing structure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Context is often scattered across code and conversation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Preview and validation loops slow down iteration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466344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Teams need faster delivery without losing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697480"/>
            <a:ext cx="466344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Context is often scattered across code and conversation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114800"/>
            <a:ext cx="4663440" cy="1005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03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Preview and validation loops slow down iteration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PROPOSED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Combine planning, generation, and review in one workflow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Use modular services for assets, code, and presentation outputs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Keep changes traceable and easy to iterate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1417320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1</a:t>
            </a:r>
          </a:p>
          <a:p>
            <a:pPr algn="ctr">
              <a:defRPr sz="1600" b="1">
                <a:solidFill>
                  <a:srgbClr val="F1F5F9"/>
                </a:solidFill>
              </a:defRPr>
            </a:pPr>
            <a:r>
              <a:t>Combine planning, generation, and review in one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82127" y="1828800"/>
            <a:ext cx="1417320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2</a:t>
            </a:r>
          </a:p>
          <a:p>
            <a:pPr algn="ctr">
              <a:defRPr sz="1600" b="1">
                <a:solidFill>
                  <a:srgbClr val="F1F5F9"/>
                </a:solidFill>
              </a:defRPr>
            </a:pPr>
            <a:r>
              <a:t>Use modular services for assets, code, and presentation outputs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46336" y="1828800"/>
            <a:ext cx="1417320" cy="32918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3</a:t>
            </a:r>
          </a:p>
          <a:p>
            <a:pPr algn="ctr">
              <a:defRPr sz="1600" b="1">
                <a:solidFill>
                  <a:srgbClr val="F1F5F9"/>
                </a:solidFill>
              </a:defRPr>
            </a:pPr>
            <a:r>
              <a:t>Keep changes traceable and easy to iterate 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SYSTEM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Client Interface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FastAPI Service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MongoDB Storage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Asset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325880"/>
            <a:ext cx="6400800" cy="4526280"/>
          </a:xfrm>
          <a:prstGeom prst="roundRect">
            <a:avLst/>
          </a:prstGeom>
          <a:solidFill>
            <a:srgbClr val="0C12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-smoketes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481328"/>
            <a:ext cx="6089904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FLOW OF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0020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User selects a project tool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Backend builds cached assets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Files are stored and served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Frontend presents the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325880"/>
            <a:ext cx="6400800" cy="4526280"/>
          </a:xfrm>
          <a:prstGeom prst="roundRect">
            <a:avLst/>
          </a:prstGeom>
          <a:solidFill>
            <a:srgbClr val="0C121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orkflow-smoketes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481328"/>
            <a:ext cx="6089904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WHAT STANDS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50876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Generate UML diagrams on demand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0876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Prepare reusable presentation decks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70332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Serve stored project assets publicly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703320"/>
            <a:ext cx="5029200" cy="16459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1F5F9"/>
                </a:solidFill>
              </a:defRPr>
            </a:pPr>
            <a:r>
              <a:t>Keep asset generation cached per project state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IMPLEMENTATION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React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FastAPI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737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MongoDB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3017520" cy="62179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1F5F9"/>
                </a:solidFill>
              </a:defRPr>
            </a:pPr>
            <a:r>
              <a:t>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2519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Stack selected to keep the system modular and maintainable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AI features stay decoupled from presentation and UML services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• Outputs are stored and reused through cached project assets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NEXT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4754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920240"/>
            <a:ext cx="3108960" cy="2377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Now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Add deeper automation and richer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35424" y="1920240"/>
            <a:ext cx="3108960" cy="2377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Next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Expand integrations for deployment and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84463" y="1920240"/>
            <a:ext cx="3108960" cy="237744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Later</a:t>
            </a:r>
          </a:p>
          <a:p>
            <a:pPr>
              <a:defRPr sz="1800" b="1">
                <a:solidFill>
                  <a:srgbClr val="F1F5F9"/>
                </a:solidFill>
              </a:defRPr>
            </a:pPr>
            <a:r>
              <a:t>Improve reusable templates and collaboration flows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